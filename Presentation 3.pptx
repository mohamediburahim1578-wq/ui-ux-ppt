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0" r:id="rId4"/>
    <p:sldId id="263" r:id="rId5"/>
    <p:sldId id="259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94D8"/>
    <a:srgbClr val="2BB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66E9A-2214-4A04-BD91-AEA742FE8652}" v="8" dt="2026-10-06T08:50:37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1503" autoAdjust="0"/>
  </p:normalViewPr>
  <p:slideViewPr>
    <p:cSldViewPr snapToGrid="0">
      <p:cViewPr varScale="1">
        <p:scale>
          <a:sx n="75" d="100"/>
          <a:sy n="75" d="100"/>
        </p:scale>
        <p:origin x="7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IBURAHIM" userId="3d85ee42ff7b6ede" providerId="Windows Live" clId="Web-{F05B06A0-6DB3-497E-A3A3-0ACC362D2C7C}"/>
    <pc:docChg chg="addSld delSld modSld">
      <pc:chgData name="MOHAMED IBURAHIM" userId="3d85ee42ff7b6ede" providerId="Windows Live" clId="Web-{F05B06A0-6DB3-497E-A3A3-0ACC362D2C7C}" dt="2026-09-27T16:37:32.457" v="500"/>
      <pc:docMkLst>
        <pc:docMk/>
      </pc:docMkLst>
      <pc:sldChg chg="modSp">
        <pc:chgData name="MOHAMED IBURAHIM" userId="3d85ee42ff7b6ede" providerId="Windows Live" clId="Web-{F05B06A0-6DB3-497E-A3A3-0ACC362D2C7C}" dt="2026-09-27T15:56:17.759" v="30" actId="20577"/>
        <pc:sldMkLst>
          <pc:docMk/>
          <pc:sldMk cId="109857222" sldId="256"/>
        </pc:sldMkLst>
        <pc:spChg chg="mod">
          <ac:chgData name="MOHAMED IBURAHIM" userId="3d85ee42ff7b6ede" providerId="Windows Live" clId="Web-{F05B06A0-6DB3-497E-A3A3-0ACC362D2C7C}" dt="2026-09-27T15:56:01.773" v="27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OHAMED IBURAHIM" userId="3d85ee42ff7b6ede" providerId="Windows Live" clId="Web-{F05B06A0-6DB3-497E-A3A3-0ACC362D2C7C}" dt="2026-09-27T15:56:17.759" v="3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">
        <pc:chgData name="MOHAMED IBURAHIM" userId="3d85ee42ff7b6ede" providerId="Windows Live" clId="Web-{F05B06A0-6DB3-497E-A3A3-0ACC362D2C7C}" dt="2026-09-27T15:54:47.113" v="0"/>
        <pc:sldMkLst>
          <pc:docMk/>
          <pc:sldMk cId="3461730879" sldId="257"/>
        </pc:sldMkLst>
      </pc:sldChg>
      <pc:sldChg chg="new">
        <pc:chgData name="MOHAMED IBURAHIM" userId="3d85ee42ff7b6ede" providerId="Windows Live" clId="Web-{F05B06A0-6DB3-497E-A3A3-0ACC362D2C7C}" dt="2026-09-27T15:54:51.864" v="1"/>
        <pc:sldMkLst>
          <pc:docMk/>
          <pc:sldMk cId="1055455545" sldId="258"/>
        </pc:sldMkLst>
      </pc:sldChg>
      <pc:sldChg chg="new">
        <pc:chgData name="MOHAMED IBURAHIM" userId="3d85ee42ff7b6ede" providerId="Windows Live" clId="Web-{F05B06A0-6DB3-497E-A3A3-0ACC362D2C7C}" dt="2026-09-27T15:54:56.301" v="2"/>
        <pc:sldMkLst>
          <pc:docMk/>
          <pc:sldMk cId="4073757734" sldId="259"/>
        </pc:sldMkLst>
      </pc:sldChg>
      <pc:sldChg chg="addSp delSp modSp new mod modTransition setBg">
        <pc:chgData name="MOHAMED IBURAHIM" userId="3d85ee42ff7b6ede" providerId="Windows Live" clId="Web-{F05B06A0-6DB3-497E-A3A3-0ACC362D2C7C}" dt="2026-09-27T16:37:32.457" v="500"/>
        <pc:sldMkLst>
          <pc:docMk/>
          <pc:sldMk cId="92353184" sldId="260"/>
        </pc:sldMkLst>
        <pc:spChg chg="mod">
          <ac:chgData name="MOHAMED IBURAHIM" userId="3d85ee42ff7b6ede" providerId="Windows Live" clId="Web-{F05B06A0-6DB3-497E-A3A3-0ACC362D2C7C}" dt="2026-09-27T16:22:05.105" v="437" actId="14100"/>
          <ac:spMkLst>
            <pc:docMk/>
            <pc:sldMk cId="92353184" sldId="260"/>
            <ac:spMk id="2" creationId="{FA8CC51B-F3DE-2913-4CF9-C155191FF02F}"/>
          </ac:spMkLst>
        </pc:spChg>
        <pc:picChg chg="add mod ord">
          <ac:chgData name="MOHAMED IBURAHIM" userId="3d85ee42ff7b6ede" providerId="Windows Live" clId="Web-{F05B06A0-6DB3-497E-A3A3-0ACC362D2C7C}" dt="2026-09-27T16:32:06.894" v="488"/>
          <ac:picMkLst>
            <pc:docMk/>
            <pc:sldMk cId="92353184" sldId="260"/>
            <ac:picMk id="4" creationId="{50DD20D5-996F-7711-6F4D-D323BA91DAFF}"/>
          </ac:picMkLst>
        </pc:picChg>
      </pc:sldChg>
      <pc:sldChg chg="modSp new">
        <pc:chgData name="MOHAMED IBURAHIM" userId="3d85ee42ff7b6ede" providerId="Windows Live" clId="Web-{F05B06A0-6DB3-497E-A3A3-0ACC362D2C7C}" dt="2026-09-27T16:10:13.589" v="367" actId="20577"/>
        <pc:sldMkLst>
          <pc:docMk/>
          <pc:sldMk cId="48490092" sldId="262"/>
        </pc:sldMkLst>
        <pc:spChg chg="mod">
          <ac:chgData name="MOHAMED IBURAHIM" userId="3d85ee42ff7b6ede" providerId="Windows Live" clId="Web-{F05B06A0-6DB3-497E-A3A3-0ACC362D2C7C}" dt="2026-09-27T15:56:43.542" v="42" actId="20577"/>
          <ac:spMkLst>
            <pc:docMk/>
            <pc:sldMk cId="48490092" sldId="262"/>
            <ac:spMk id="2" creationId="{8AA2D7CA-628B-3E49-C22C-4A77AF715217}"/>
          </ac:spMkLst>
        </pc:spChg>
        <pc:spChg chg="mod">
          <ac:chgData name="MOHAMED IBURAHIM" userId="3d85ee42ff7b6ede" providerId="Windows Live" clId="Web-{F05B06A0-6DB3-497E-A3A3-0ACC362D2C7C}" dt="2026-09-27T16:10:13.589" v="367" actId="20577"/>
          <ac:spMkLst>
            <pc:docMk/>
            <pc:sldMk cId="48490092" sldId="262"/>
            <ac:spMk id="3" creationId="{1798F8EA-AE65-6289-0ED4-1863B76DC537}"/>
          </ac:spMkLst>
        </pc:spChg>
      </pc:sldChg>
      <pc:sldChg chg="new">
        <pc:chgData name="MOHAMED IBURAHIM" userId="3d85ee42ff7b6ede" providerId="Windows Live" clId="Web-{F05B06A0-6DB3-497E-A3A3-0ACC362D2C7C}" dt="2026-09-27T16:33:46.494" v="489"/>
        <pc:sldMkLst>
          <pc:docMk/>
          <pc:sldMk cId="3920450008" sldId="263"/>
        </pc:sldMkLst>
      </pc:sldChg>
    </pc:docChg>
  </pc:docChgLst>
  <pc:docChgLst>
    <pc:chgData name="MOHAMED IBURAHIM" userId="3d85ee42ff7b6ede" providerId="LiveId" clId="{E54563A0-1D0B-4F3D-8D32-F5C7589D187D}"/>
    <pc:docChg chg="undo custSel modSld sldOrd">
      <pc:chgData name="MOHAMED IBURAHIM" userId="3d85ee42ff7b6ede" providerId="LiveId" clId="{E54563A0-1D0B-4F3D-8D32-F5C7589D187D}" dt="2026-10-06T08:50:50.057" v="848"/>
      <pc:docMkLst>
        <pc:docMk/>
      </pc:docMkLst>
      <pc:sldChg chg="modTransition">
        <pc:chgData name="MOHAMED IBURAHIM" userId="3d85ee42ff7b6ede" providerId="LiveId" clId="{E54563A0-1D0B-4F3D-8D32-F5C7589D187D}" dt="2026-10-06T08:50:28.495" v="842"/>
        <pc:sldMkLst>
          <pc:docMk/>
          <pc:sldMk cId="109857222" sldId="256"/>
        </pc:sldMkLst>
      </pc:sldChg>
      <pc:sldChg chg="addSp delSp modSp mod">
        <pc:chgData name="MOHAMED IBURAHIM" userId="3d85ee42ff7b6ede" providerId="LiveId" clId="{E54563A0-1D0B-4F3D-8D32-F5C7589D187D}" dt="2026-10-06T08:49:53.953" v="841" actId="1076"/>
        <pc:sldMkLst>
          <pc:docMk/>
          <pc:sldMk cId="3461730879" sldId="257"/>
        </pc:sldMkLst>
        <pc:spChg chg="mod">
          <ac:chgData name="MOHAMED IBURAHIM" userId="3d85ee42ff7b6ede" providerId="LiveId" clId="{E54563A0-1D0B-4F3D-8D32-F5C7589D187D}" dt="2026-10-06T08:49:53.953" v="841" actId="1076"/>
          <ac:spMkLst>
            <pc:docMk/>
            <pc:sldMk cId="3461730879" sldId="257"/>
            <ac:spMk id="2" creationId="{596BE7EE-FDC0-C3D7-A992-D72552E7079D}"/>
          </ac:spMkLst>
        </pc:spChg>
        <pc:spChg chg="mod">
          <ac:chgData name="MOHAMED IBURAHIM" userId="3d85ee42ff7b6ede" providerId="LiveId" clId="{E54563A0-1D0B-4F3D-8D32-F5C7589D187D}" dt="2026-10-06T08:49:20.215" v="834" actId="1076"/>
          <ac:spMkLst>
            <pc:docMk/>
            <pc:sldMk cId="3461730879" sldId="257"/>
            <ac:spMk id="3" creationId="{77A4F7E1-8492-FB32-6274-AD5B593EB55D}"/>
          </ac:spMkLst>
        </pc:spChg>
        <pc:spChg chg="add del mod">
          <ac:chgData name="MOHAMED IBURAHIM" userId="3d85ee42ff7b6ede" providerId="LiveId" clId="{E54563A0-1D0B-4F3D-8D32-F5C7589D187D}" dt="2026-10-06T08:49:39.070" v="839"/>
          <ac:spMkLst>
            <pc:docMk/>
            <pc:sldMk cId="3461730879" sldId="257"/>
            <ac:spMk id="4" creationId="{F894D0A9-9B22-9B95-A40E-2AAF00F265E2}"/>
          </ac:spMkLst>
        </pc:spChg>
      </pc:sldChg>
      <pc:sldChg chg="addSp delSp modSp mod">
        <pc:chgData name="MOHAMED IBURAHIM" userId="3d85ee42ff7b6ede" providerId="LiveId" clId="{E54563A0-1D0B-4F3D-8D32-F5C7589D187D}" dt="2026-10-06T08:46:31.026" v="783" actId="14100"/>
        <pc:sldMkLst>
          <pc:docMk/>
          <pc:sldMk cId="1055455545" sldId="258"/>
        </pc:sldMkLst>
        <pc:spChg chg="mod">
          <ac:chgData name="MOHAMED IBURAHIM" userId="3d85ee42ff7b6ede" providerId="LiveId" clId="{E54563A0-1D0B-4F3D-8D32-F5C7589D187D}" dt="2026-10-06T08:37:08.216" v="337" actId="20577"/>
          <ac:spMkLst>
            <pc:docMk/>
            <pc:sldMk cId="1055455545" sldId="258"/>
            <ac:spMk id="2" creationId="{BF70B9CB-24B7-A08E-FB5E-EB0290C96AED}"/>
          </ac:spMkLst>
        </pc:spChg>
        <pc:spChg chg="mod">
          <ac:chgData name="MOHAMED IBURAHIM" userId="3d85ee42ff7b6ede" providerId="LiveId" clId="{E54563A0-1D0B-4F3D-8D32-F5C7589D187D}" dt="2026-10-06T08:46:17.669" v="781" actId="12"/>
          <ac:spMkLst>
            <pc:docMk/>
            <pc:sldMk cId="1055455545" sldId="258"/>
            <ac:spMk id="3" creationId="{00F51F54-EB68-4DEC-FE9F-A651141DB2C2}"/>
          </ac:spMkLst>
        </pc:spChg>
        <pc:spChg chg="add del mod">
          <ac:chgData name="MOHAMED IBURAHIM" userId="3d85ee42ff7b6ede" providerId="LiveId" clId="{E54563A0-1D0B-4F3D-8D32-F5C7589D187D}" dt="2026-10-06T08:41:29.605" v="545" actId="478"/>
          <ac:spMkLst>
            <pc:docMk/>
            <pc:sldMk cId="1055455545" sldId="258"/>
            <ac:spMk id="4" creationId="{2E48ABCA-3195-995D-C105-5D6E14936859}"/>
          </ac:spMkLst>
        </pc:spChg>
        <pc:spChg chg="add mod">
          <ac:chgData name="MOHAMED IBURAHIM" userId="3d85ee42ff7b6ede" providerId="LiveId" clId="{E54563A0-1D0B-4F3D-8D32-F5C7589D187D}" dt="2026-10-06T08:46:31.026" v="783" actId="14100"/>
          <ac:spMkLst>
            <pc:docMk/>
            <pc:sldMk cId="1055455545" sldId="258"/>
            <ac:spMk id="5" creationId="{8D6181CD-27BD-8A09-8D40-DB74A82D6B46}"/>
          </ac:spMkLst>
        </pc:spChg>
      </pc:sldChg>
      <pc:sldChg chg="addSp delSp modSp mod">
        <pc:chgData name="MOHAMED IBURAHIM" userId="3d85ee42ff7b6ede" providerId="LiveId" clId="{E54563A0-1D0B-4F3D-8D32-F5C7589D187D}" dt="2026-10-06T08:35:50.098" v="294" actId="20577"/>
        <pc:sldMkLst>
          <pc:docMk/>
          <pc:sldMk cId="4073757734" sldId="259"/>
        </pc:sldMkLst>
        <pc:spChg chg="mod">
          <ac:chgData name="MOHAMED IBURAHIM" userId="3d85ee42ff7b6ede" providerId="LiveId" clId="{E54563A0-1D0B-4F3D-8D32-F5C7589D187D}" dt="2026-10-06T08:35:50.098" v="294" actId="20577"/>
          <ac:spMkLst>
            <pc:docMk/>
            <pc:sldMk cId="4073757734" sldId="259"/>
            <ac:spMk id="2" creationId="{1FADB004-9146-594F-C267-440AAA9B1CC8}"/>
          </ac:spMkLst>
        </pc:spChg>
        <pc:spChg chg="del">
          <ac:chgData name="MOHAMED IBURAHIM" userId="3d85ee42ff7b6ede" providerId="LiveId" clId="{E54563A0-1D0B-4F3D-8D32-F5C7589D187D}" dt="2026-10-06T08:35:29.565" v="278" actId="931"/>
          <ac:spMkLst>
            <pc:docMk/>
            <pc:sldMk cId="4073757734" sldId="259"/>
            <ac:spMk id="3" creationId="{6A848B69-EBC8-62E7-643B-E882A4162C5B}"/>
          </ac:spMkLst>
        </pc:spChg>
        <pc:spChg chg="add mod">
          <ac:chgData name="MOHAMED IBURAHIM" userId="3d85ee42ff7b6ede" providerId="LiveId" clId="{E54563A0-1D0B-4F3D-8D32-F5C7589D187D}" dt="2026-10-06T08:35:29.565" v="278" actId="931"/>
          <ac:spMkLst>
            <pc:docMk/>
            <pc:sldMk cId="4073757734" sldId="259"/>
            <ac:spMk id="6" creationId="{BFBA03EA-0AFE-F90D-CCA8-13113330E22C}"/>
          </ac:spMkLst>
        </pc:spChg>
        <pc:picChg chg="add mod">
          <ac:chgData name="MOHAMED IBURAHIM" userId="3d85ee42ff7b6ede" providerId="LiveId" clId="{E54563A0-1D0B-4F3D-8D32-F5C7589D187D}" dt="2026-10-06T08:35:34.638" v="279" actId="1076"/>
          <ac:picMkLst>
            <pc:docMk/>
            <pc:sldMk cId="4073757734" sldId="259"/>
            <ac:picMk id="5" creationId="{14875A51-F402-EF03-41FF-D164CED8E8AF}"/>
          </ac:picMkLst>
        </pc:picChg>
      </pc:sldChg>
      <pc:sldChg chg="modTransition">
        <pc:chgData name="MOHAMED IBURAHIM" userId="3d85ee42ff7b6ede" providerId="LiveId" clId="{E54563A0-1D0B-4F3D-8D32-F5C7589D187D}" dt="2026-10-06T08:50:37.438" v="844"/>
        <pc:sldMkLst>
          <pc:docMk/>
          <pc:sldMk cId="92353184" sldId="260"/>
        </pc:sldMkLst>
      </pc:sldChg>
      <pc:sldChg chg="ord modTransition">
        <pc:chgData name="MOHAMED IBURAHIM" userId="3d85ee42ff7b6ede" providerId="LiveId" clId="{E54563A0-1D0B-4F3D-8D32-F5C7589D187D}" dt="2026-10-06T08:50:50.057" v="848"/>
        <pc:sldMkLst>
          <pc:docMk/>
          <pc:sldMk cId="48490092" sldId="262"/>
        </pc:sldMkLst>
      </pc:sldChg>
      <pc:sldChg chg="modSp mod ord">
        <pc:chgData name="MOHAMED IBURAHIM" userId="3d85ee42ff7b6ede" providerId="LiveId" clId="{E54563A0-1D0B-4F3D-8D32-F5C7589D187D}" dt="2026-10-06T08:47:35.032" v="785"/>
        <pc:sldMkLst>
          <pc:docMk/>
          <pc:sldMk cId="3920450008" sldId="263"/>
        </pc:sldMkLst>
        <pc:spChg chg="mod">
          <ac:chgData name="MOHAMED IBURAHIM" userId="3d85ee42ff7b6ede" providerId="LiveId" clId="{E54563A0-1D0B-4F3D-8D32-F5C7589D187D}" dt="2026-10-06T08:29:13.860" v="11" actId="20577"/>
          <ac:spMkLst>
            <pc:docMk/>
            <pc:sldMk cId="3920450008" sldId="263"/>
            <ac:spMk id="2" creationId="{8EB5EEEF-1EA1-8106-568C-A028AD0E2983}"/>
          </ac:spMkLst>
        </pc:spChg>
        <pc:spChg chg="mod">
          <ac:chgData name="MOHAMED IBURAHIM" userId="3d85ee42ff7b6ede" providerId="LiveId" clId="{E54563A0-1D0B-4F3D-8D32-F5C7589D187D}" dt="2026-10-06T08:33:36.417" v="277" actId="20577"/>
          <ac:spMkLst>
            <pc:docMk/>
            <pc:sldMk cId="3920450008" sldId="263"/>
            <ac:spMk id="3" creationId="{BD191C6D-D0C6-AC9E-C4AC-0D1F38C041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xmastery.com/ux-design-job-interview-tip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d/3.0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8301" y="1717349"/>
            <a:ext cx="9144000" cy="1667354"/>
          </a:xfrm>
        </p:spPr>
        <p:txBody>
          <a:bodyPr/>
          <a:lstStyle/>
          <a:p>
            <a:r>
              <a:rPr lang="en-US" dirty="0"/>
              <a:t>UI AND 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95369" y="4645873"/>
            <a:ext cx="4906028" cy="16453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MOHAMED IBURAHIM</a:t>
            </a:r>
          </a:p>
          <a:p>
            <a:r>
              <a:rPr lang="en-US" dirty="0"/>
              <a:t>BSC AI AND ML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D7CA-628B-3E49-C22C-4A77AF71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8F8EA-AE65-6289-0ED4-1863B76DC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06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DEFINITION:</a:t>
            </a:r>
          </a:p>
          <a:p>
            <a:r>
              <a:rPr lang="en-US" dirty="0"/>
              <a:t>Simple Layout: Clean tabs at the bottom (Games, Apps, Search) </a:t>
            </a:r>
          </a:p>
          <a:p>
            <a:r>
              <a:rPr lang="en-US" dirty="0"/>
              <a:t>Visuals Cards: Big buttons, clear pictures, and rounded boxes that highlight popular or recommended apps </a:t>
            </a:r>
          </a:p>
          <a:p>
            <a:r>
              <a:rPr lang="en-US" dirty="0"/>
              <a:t>Dark Mode: A Dark background option to make reading easier at night and save phone battery</a:t>
            </a:r>
          </a:p>
          <a:p>
            <a:endParaRPr lang="en-US" dirty="0"/>
          </a:p>
          <a:p>
            <a:r>
              <a:rPr lang="en-US" dirty="0"/>
              <a:t>EXAMPLE: The bright green "install" button an app page</a:t>
            </a:r>
          </a:p>
        </p:txBody>
      </p:sp>
    </p:spTree>
    <p:extLst>
      <p:ext uri="{BB962C8B-B14F-4D97-AF65-F5344CB8AC3E}">
        <p14:creationId xmlns:p14="http://schemas.microsoft.com/office/powerpoint/2010/main" val="4849009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C51B-F3DE-2913-4CF9-C155191F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03327" cy="1346439"/>
          </a:xfrm>
        </p:spPr>
        <p:txBody>
          <a:bodyPr/>
          <a:lstStyle/>
          <a:p>
            <a:r>
              <a:rPr lang="en-US" dirty="0"/>
              <a:t>Image UI: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DD20D5-996F-7711-6F4D-D323BA91D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8000"/>
                    </a14:imgEffect>
                    <a14:imgEffect>
                      <a14:brightnessContrast bright="5000" contrast="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6394" y="1329010"/>
            <a:ext cx="5076692" cy="45147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bg1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235318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EEEF-1EA1-8106-568C-A028AD0E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91C6D-D0C6-AC9E-C4AC-0D1F38C04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</a:t>
            </a:r>
          </a:p>
          <a:p>
            <a:r>
              <a:rPr lang="en-US" dirty="0"/>
              <a:t>SEARCH: Users can easily search for apps and games</a:t>
            </a:r>
          </a:p>
          <a:p>
            <a:r>
              <a:rPr lang="en-US" dirty="0"/>
              <a:t>EASY INSTALLATION: user can install with </a:t>
            </a:r>
            <a:r>
              <a:rPr lang="en-US" dirty="0" err="1"/>
              <a:t>asimple</a:t>
            </a:r>
            <a:r>
              <a:rPr lang="en-US" dirty="0"/>
              <a:t> tap</a:t>
            </a:r>
          </a:p>
          <a:p>
            <a:r>
              <a:rPr lang="en-US" dirty="0"/>
              <a:t>UPDATES: show available apps at one place </a:t>
            </a:r>
          </a:p>
          <a:p>
            <a:r>
              <a:rPr lang="en-US" dirty="0"/>
              <a:t>NAVIGATION: </a:t>
            </a:r>
            <a:r>
              <a:rPr lang="en-US" dirty="0" err="1"/>
              <a:t>Catogories</a:t>
            </a:r>
            <a:r>
              <a:rPr lang="en-US" dirty="0"/>
              <a:t> and menus make it easy to move around</a:t>
            </a:r>
          </a:p>
          <a:p>
            <a:pPr marL="0" indent="0">
              <a:buNone/>
            </a:pPr>
            <a:r>
              <a:rPr lang="en-US" dirty="0"/>
              <a:t>    the store</a:t>
            </a:r>
          </a:p>
        </p:txBody>
      </p:sp>
    </p:spTree>
    <p:extLst>
      <p:ext uri="{BB962C8B-B14F-4D97-AF65-F5344CB8AC3E}">
        <p14:creationId xmlns:p14="http://schemas.microsoft.com/office/powerpoint/2010/main" val="392045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B004-9146-594F-C267-440AAA9B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UX: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875A51-F402-EF03-41FF-D164CED8E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99317" y="1825625"/>
            <a:ext cx="747612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BA03EA-0AFE-F90D-CCA8-13113330E22C}"/>
              </a:ext>
            </a:extLst>
          </p:cNvPr>
          <p:cNvSpPr txBox="1"/>
          <p:nvPr/>
        </p:nvSpPr>
        <p:spPr>
          <a:xfrm>
            <a:off x="2357938" y="6176963"/>
            <a:ext cx="74761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uxmastery.com/ux-design-job-interview-tips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d/3.0/"/>
              </a:rPr>
              <a:t>CC BY-ND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4073757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B9CB-24B7-A08E-FB5E-EB0290C9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UI and UX: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1F54-EB68-4DEC-FE9F-A651141DB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4" y="1690688"/>
            <a:ext cx="4704184" cy="352512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UI                                     </a:t>
            </a:r>
          </a:p>
          <a:p>
            <a:r>
              <a:rPr lang="en-US" dirty="0"/>
              <a:t>User interface     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How an app look</a:t>
            </a:r>
          </a:p>
          <a:p>
            <a:r>
              <a:rPr lang="en-US" dirty="0" err="1"/>
              <a:t>Colors,buttons,icons</a:t>
            </a:r>
            <a:endParaRPr lang="en-US" dirty="0"/>
          </a:p>
          <a:p>
            <a:r>
              <a:rPr lang="en-US" dirty="0"/>
              <a:t>Focusses on visual design</a:t>
            </a:r>
          </a:p>
          <a:p>
            <a:endParaRPr lang="en-US" dirty="0"/>
          </a:p>
          <a:p>
            <a:r>
              <a:rPr lang="en-US" dirty="0"/>
              <a:t>Example: play stores button</a:t>
            </a:r>
          </a:p>
          <a:p>
            <a:pPr marL="0" indent="0">
              <a:buNone/>
            </a:pPr>
            <a:r>
              <a:rPr lang="en-US" dirty="0"/>
              <a:t>   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181CD-27BD-8A09-8D40-DB74A82D6B46}"/>
              </a:ext>
            </a:extLst>
          </p:cNvPr>
          <p:cNvSpPr txBox="1"/>
          <p:nvPr/>
        </p:nvSpPr>
        <p:spPr>
          <a:xfrm>
            <a:off x="6096001" y="1614195"/>
            <a:ext cx="534177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UX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USER EXPERIENCE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How an app feels and works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Ease of use , Navigation , speed , convenience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Focuses on </a:t>
            </a:r>
            <a:r>
              <a:rPr lang="en-US" dirty="0" err="1"/>
              <a:t>uder</a:t>
            </a:r>
            <a:r>
              <a:rPr lang="en-US" dirty="0"/>
              <a:t> experience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Example : How easily you can find and install an app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45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E7EE-FDC0-C3D7-A992-D72552E70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802005"/>
            <a:ext cx="3317240" cy="103695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4F7E1-8492-FB32-6274-AD5B593EB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0" y="3429000"/>
            <a:ext cx="8702040" cy="1747520"/>
          </a:xfrm>
        </p:spPr>
        <p:txBody>
          <a:bodyPr/>
          <a:lstStyle/>
          <a:p>
            <a:r>
              <a:rPr lang="en-US" dirty="0"/>
              <a:t>INTRODUCTION OF UI AND UX</a:t>
            </a:r>
          </a:p>
        </p:txBody>
      </p:sp>
    </p:spTree>
    <p:extLst>
      <p:ext uri="{BB962C8B-B14F-4D97-AF65-F5344CB8AC3E}">
        <p14:creationId xmlns:p14="http://schemas.microsoft.com/office/powerpoint/2010/main" val="346173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208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UI AND UX</vt:lpstr>
      <vt:lpstr>What is UI</vt:lpstr>
      <vt:lpstr>Image UI:</vt:lpstr>
      <vt:lpstr>WHAT IS UX</vt:lpstr>
      <vt:lpstr>Image UX:</vt:lpstr>
      <vt:lpstr>DIFFERENCE BETWEEN UI and UX: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IBURAHIM</dc:creator>
  <cp:lastModifiedBy>MOHAMED IBURAHIM</cp:lastModifiedBy>
  <cp:revision>181</cp:revision>
  <dcterms:created xsi:type="dcterms:W3CDTF">2026-09-27T15:54:15Z</dcterms:created>
  <dcterms:modified xsi:type="dcterms:W3CDTF">2026-10-06T09:12:59Z</dcterms:modified>
</cp:coreProperties>
</file>